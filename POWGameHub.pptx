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7"/>
  </p:notesMasterIdLst>
  <p:handoutMasterIdLst>
    <p:handoutMasterId r:id="rId18"/>
  </p:handoutMasterIdLst>
  <p:sldIdLst>
    <p:sldId id="256" r:id="rId5"/>
    <p:sldId id="258" r:id="rId6"/>
    <p:sldId id="261" r:id="rId7"/>
    <p:sldId id="262" r:id="rId8"/>
    <p:sldId id="283" r:id="rId9"/>
    <p:sldId id="264" r:id="rId10"/>
    <p:sldId id="266" r:id="rId11"/>
    <p:sldId id="284" r:id="rId12"/>
    <p:sldId id="267" r:id="rId13"/>
    <p:sldId id="269" r:id="rId14"/>
    <p:sldId id="268" r:id="rId15"/>
    <p:sldId id="28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varScale="1">
        <p:scale>
          <a:sx n="61" d="100"/>
          <a:sy n="61" d="100"/>
        </p:scale>
        <p:origin x="96" y="438"/>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3"/>
            </a:solidFill>
            <a:ln>
              <a:noFill/>
            </a:ln>
            <a:effectLst/>
          </c:spPr>
          <c:invertIfNegative val="0"/>
          <c:dPt>
            <c:idx val="1"/>
            <c:invertIfNegative val="0"/>
            <c:bubble3D val="0"/>
            <c:spPr>
              <a:pattFill prst="ltUpDiag">
                <a:fgClr>
                  <a:schemeClr val="accent1">
                    <a:lumMod val="50000"/>
                  </a:schemeClr>
                </a:fgClr>
                <a:bgClr>
                  <a:schemeClr val="accent6"/>
                </a:bgClr>
              </a:pattFill>
              <a:ln w="12700">
                <a:solidFill>
                  <a:schemeClr val="accent6">
                    <a:lumMod val="60000"/>
                    <a:lumOff val="40000"/>
                  </a:schemeClr>
                </a:solidFill>
              </a:ln>
              <a:effectLst/>
            </c:spPr>
            <c:extLst>
              <c:ext xmlns:c16="http://schemas.microsoft.com/office/drawing/2014/chart" uri="{C3380CC4-5D6E-409C-BE32-E72D297353CC}">
                <c16:uniqueId val="{00000001-73FB-9843-92B3-91A80E32B7C5}"/>
              </c:ext>
            </c:extLst>
          </c:dPt>
          <c:dPt>
            <c:idx val="2"/>
            <c:invertIfNegative val="0"/>
            <c:bubble3D val="0"/>
            <c:spPr>
              <a:pattFill prst="ltUpDiag">
                <a:fgClr>
                  <a:schemeClr val="accent1">
                    <a:lumMod val="50000"/>
                  </a:schemeClr>
                </a:fgClr>
                <a:bgClr>
                  <a:schemeClr val="accent3"/>
                </a:bgClr>
              </a:pattFill>
              <a:ln w="12700">
                <a:solidFill>
                  <a:schemeClr val="accent3">
                    <a:lumMod val="60000"/>
                    <a:lumOff val="40000"/>
                  </a:schemeClr>
                </a:solidFill>
              </a:ln>
              <a:effectLst/>
            </c:spPr>
            <c:extLst>
              <c:ext xmlns:c16="http://schemas.microsoft.com/office/drawing/2014/chart" uri="{C3380CC4-5D6E-409C-BE32-E72D297353CC}">
                <c16:uniqueId val="{00000007-73FB-9843-92B3-91A80E32B7C5}"/>
              </c:ext>
            </c:extLst>
          </c:dPt>
          <c:dPt>
            <c:idx val="3"/>
            <c:invertIfNegative val="0"/>
            <c:bubble3D val="0"/>
            <c:spPr>
              <a:pattFill prst="ltUpDiag">
                <a:fgClr>
                  <a:schemeClr val="accent1">
                    <a:lumMod val="50000"/>
                  </a:schemeClr>
                </a:fgClr>
                <a:bgClr>
                  <a:schemeClr val="accent1">
                    <a:lumMod val="60000"/>
                    <a:lumOff val="40000"/>
                  </a:schemeClr>
                </a:bgClr>
              </a:pattFill>
              <a:ln w="12700">
                <a:solidFill>
                  <a:schemeClr val="accent1">
                    <a:lumMod val="40000"/>
                    <a:lumOff val="60000"/>
                  </a:schemeClr>
                </a:solidFill>
              </a:ln>
              <a:effectLst/>
            </c:spPr>
            <c:extLst>
              <c:ext xmlns:c16="http://schemas.microsoft.com/office/drawing/2014/chart" uri="{C3380CC4-5D6E-409C-BE32-E72D297353CC}">
                <c16:uniqueId val="{00000003-73FB-9843-92B3-91A80E32B7C5}"/>
              </c:ext>
            </c:extLst>
          </c:dPt>
          <c:dPt>
            <c:idx val="4"/>
            <c:invertIfNegative val="0"/>
            <c:bubble3D val="0"/>
            <c:spPr>
              <a:pattFill prst="ltUpDiag">
                <a:fgClr>
                  <a:schemeClr val="accent1">
                    <a:lumMod val="50000"/>
                  </a:schemeClr>
                </a:fgClr>
                <a:bgClr>
                  <a:schemeClr val="accent2"/>
                </a:bgClr>
              </a:pattFill>
              <a:ln w="12700">
                <a:solidFill>
                  <a:schemeClr val="accent2">
                    <a:lumMod val="60000"/>
                    <a:lumOff val="40000"/>
                  </a:schemeClr>
                </a:solidFill>
              </a:ln>
              <a:effectLst/>
            </c:spPr>
            <c:extLst>
              <c:ext xmlns:c16="http://schemas.microsoft.com/office/drawing/2014/chart" uri="{C3380CC4-5D6E-409C-BE32-E72D297353CC}">
                <c16:uniqueId val="{00000005-73FB-9843-92B3-91A80E32B7C5}"/>
              </c:ext>
            </c:extLst>
          </c:dPt>
          <c:cat>
            <c:strRef>
              <c:f>Sheet1!$A$2:$A$6</c:f>
              <c:strCache>
                <c:ptCount val="5"/>
                <c:pt idx="0">
                  <c:v>20YY</c:v>
                </c:pt>
                <c:pt idx="1">
                  <c:v>20YY</c:v>
                </c:pt>
                <c:pt idx="2">
                  <c:v>20YY</c:v>
                </c:pt>
                <c:pt idx="3">
                  <c:v>20YY</c:v>
                </c:pt>
                <c:pt idx="4">
                  <c:v>20YY</c:v>
                </c:pt>
              </c:strCache>
            </c:strRef>
          </c:cat>
          <c:val>
            <c:numRef>
              <c:f>Sheet1!$B$2:$B$6</c:f>
              <c:numCache>
                <c:formatCode>[$$-409]#,##0</c:formatCode>
                <c:ptCount val="5"/>
                <c:pt idx="0">
                  <c:v>0</c:v>
                </c:pt>
                <c:pt idx="1">
                  <c:v>6750</c:v>
                </c:pt>
                <c:pt idx="2">
                  <c:v>33750</c:v>
                </c:pt>
                <c:pt idx="3">
                  <c:v>135000</c:v>
                </c:pt>
                <c:pt idx="4">
                  <c:v>270000</c:v>
                </c:pt>
              </c:numCache>
            </c:numRef>
          </c:val>
          <c:extLst>
            <c:ext xmlns:c16="http://schemas.microsoft.com/office/drawing/2014/chart" uri="{C3380CC4-5D6E-409C-BE32-E72D297353CC}">
              <c16:uniqueId val="{00000006-73FB-9843-92B3-91A80E32B7C5}"/>
            </c:ext>
          </c:extLst>
        </c:ser>
        <c:dLbls>
          <c:showLegendKey val="0"/>
          <c:showVal val="0"/>
          <c:showCatName val="0"/>
          <c:showSerName val="0"/>
          <c:showPercent val="0"/>
          <c:showBubbleSize val="0"/>
        </c:dLbls>
        <c:gapWidth val="24"/>
        <c:axId val="1000041416"/>
        <c:axId val="1000041744"/>
      </c:barChart>
      <c:catAx>
        <c:axId val="1000041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000041744"/>
        <c:crosses val="autoZero"/>
        <c:auto val="1"/>
        <c:lblAlgn val="ctr"/>
        <c:lblOffset val="100"/>
        <c:noMultiLvlLbl val="0"/>
      </c:catAx>
      <c:valAx>
        <c:axId val="1000041744"/>
        <c:scaling>
          <c:orientation val="minMax"/>
        </c:scaling>
        <c:delete val="0"/>
        <c:axPos val="l"/>
        <c:numFmt formatCode="[$$-409]#,##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00004141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mn-lt"/>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9/23/2026</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9/23/2026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hyperlink" Target="https://go.microsoft.com/fwlink/?linkid=2006808&amp;clcid=0x409"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pPr algn="ctr" rtl="1"/>
            <a:r>
              <a:rPr lang="fa-IR" dirty="0"/>
              <a:t>پروژه </a:t>
            </a:r>
            <a:r>
              <a:rPr lang="en-US" dirty="0" err="1"/>
              <a:t>GameHub</a:t>
            </a:r>
            <a:endParaRPr lang="en-US" dirty="0"/>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p:txBody>
          <a:bodyPr/>
          <a:lstStyle/>
          <a:p>
            <a:pPr marL="0" indent="0">
              <a:buNone/>
            </a:pPr>
            <a:r>
              <a:rPr lang="en-US" dirty="0" err="1"/>
              <a:t>GameHub</a:t>
            </a:r>
            <a:r>
              <a:rPr lang="en-US" dirty="0"/>
              <a:t>,</a:t>
            </a:r>
            <a:r>
              <a:rPr lang="fa-IR" dirty="0"/>
              <a:t> </a:t>
            </a:r>
            <a:r>
              <a:rPr lang="en-US" dirty="0"/>
              <a:t>Everything a gamer need!</a:t>
            </a:r>
          </a:p>
          <a:p>
            <a:pPr marL="0" indent="0" algn="r">
              <a:buNone/>
            </a:pPr>
            <a:r>
              <a:rPr lang="fa-IR" dirty="0"/>
              <a:t>تمامی چیزی که یک گیمر نیاز دارد!</a:t>
            </a:r>
            <a:endParaRPr lang="en-US" dirty="0"/>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p:txBody>
          <a:bodyPr/>
          <a:lstStyle/>
          <a:p>
            <a:pPr algn="r" rtl="1"/>
            <a:r>
              <a:rPr lang="fa-IR" dirty="0"/>
              <a:t>مرحله اول:</a:t>
            </a:r>
            <a:r>
              <a:rPr lang="en-US" dirty="0"/>
              <a:t>Main windows + Sidebar + Dashboard </a:t>
            </a:r>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p:txBody>
          <a:bodyPr/>
          <a:lstStyle/>
          <a:p>
            <a:r>
              <a:rPr lang="en-US" dirty="0"/>
              <a:t>Lorem ipsum dolor sit amet, consectetuer adipiscing elit. Maecenas porttitor congue massa. Fusce posuere, magna sed pulvinar ultricies, purus lectus malesuada libero, sit amet commodo magna eros quis urna.</a:t>
            </a:r>
          </a:p>
          <a:p>
            <a:r>
              <a:rPr lang="en-US" dirty="0"/>
              <a:t>Nunc viverra imperdiet enim. Fusce est. Vivamus a tellus.</a:t>
            </a:r>
          </a:p>
          <a:p>
            <a:r>
              <a:rPr lang="en-US" dirty="0"/>
              <a:t>Pellentesque habitant morbi tristique senectus et netus et malesuada fames ac turpis egestas. Proin pharetra nonummy pede. Mauris et orci.</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2</a:t>
            </a:fld>
            <a:endParaRPr lang="en-US" dirty="0"/>
          </a:p>
        </p:txBody>
      </p:sp>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a:t>Content Title 02</a:t>
            </a:r>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3</a:t>
            </a:fld>
            <a:endParaRPr lang="en-US" dirty="0"/>
          </a:p>
        </p:txBody>
      </p:sp>
      <p:sp>
        <p:nvSpPr>
          <p:cNvPr id="7" name="Text Placeholder 6">
            <a:extLst>
              <a:ext uri="{FF2B5EF4-FFF2-40B4-BE49-F238E27FC236}">
                <a16:creationId xmlns:a16="http://schemas.microsoft.com/office/drawing/2014/main" id="{B74126B4-1E6C-4FFF-9282-40E18A85A07F}"/>
              </a:ext>
            </a:extLst>
          </p:cNvPr>
          <p:cNvSpPr>
            <a:spLocks noGrp="1"/>
          </p:cNvSpPr>
          <p:nvPr>
            <p:ph type="body" sz="quarter" idx="1"/>
          </p:nvPr>
        </p:nvSpPr>
        <p:spPr/>
        <p:txBody>
          <a:bodyPr/>
          <a:lstStyle/>
          <a:p>
            <a:r>
              <a:rPr lang="en-US" dirty="0"/>
              <a:t>Lorem ipsum dolor sit amet</a:t>
            </a:r>
          </a:p>
        </p:txBody>
      </p:sp>
      <p:sp>
        <p:nvSpPr>
          <p:cNvPr id="5" name="Text Placeholder 4">
            <a:extLst>
              <a:ext uri="{FF2B5EF4-FFF2-40B4-BE49-F238E27FC236}">
                <a16:creationId xmlns:a16="http://schemas.microsoft.com/office/drawing/2014/main" id="{E0C87788-476B-4620-8002-A5C1177AD6C1}"/>
              </a:ext>
            </a:extLst>
          </p:cNvPr>
          <p:cNvSpPr>
            <a:spLocks noGrp="1"/>
          </p:cNvSpPr>
          <p:nvPr>
            <p:ph type="body" sz="quarter" idx="3"/>
          </p:nvPr>
        </p:nvSpPr>
        <p:spPr/>
        <p:txBody>
          <a:bodyPr/>
          <a:lstStyle/>
          <a:p>
            <a:r>
              <a:rPr lang="en-US" dirty="0"/>
              <a:t>Lorem ipsum dolor sit amet</a:t>
            </a:r>
          </a:p>
        </p:txBody>
      </p:sp>
      <p:sp>
        <p:nvSpPr>
          <p:cNvPr id="8" name="Text Placeholder 7">
            <a:extLst>
              <a:ext uri="{FF2B5EF4-FFF2-40B4-BE49-F238E27FC236}">
                <a16:creationId xmlns:a16="http://schemas.microsoft.com/office/drawing/2014/main" id="{47DC4E62-1A34-4F98-A451-214F1808519C}"/>
              </a:ext>
            </a:extLst>
          </p:cNvPr>
          <p:cNvSpPr>
            <a:spLocks noGrp="1"/>
          </p:cNvSpPr>
          <p:nvPr>
            <p:ph type="body" sz="quarter" idx="2"/>
          </p:nvPr>
        </p:nvSpPr>
        <p:spPr/>
        <p:txBody>
          <a:bodyPr/>
          <a:lstStyle/>
          <a:p>
            <a:r>
              <a:rPr lang="en-US" dirty="0"/>
              <a:t>Lorem ipsum dolor sit amet, consectetuer adipiscing elit. Maecenas porttitor congue massa. Fusce posuere, magna sed pulvinar ultricies, purus lectus malesuada libero, sit amet commodo magna eros quis urna. Nunc viverra imperdiet enim. Fusce est. Vivamus a tellus.</a:t>
            </a:r>
          </a:p>
          <a:p>
            <a:r>
              <a:rPr lang="en-US" dirty="0"/>
              <a:t>Pellentesque habitant morbi tristique senectus et netus et malesuada fames ac turpis egestas. Proin pharetra nonummy pede. Mauris et orci.</a:t>
            </a:r>
          </a:p>
          <a:p>
            <a:endParaRPr lang="en-US" dirty="0"/>
          </a:p>
          <a:p>
            <a:endParaRPr lang="en-US" dirty="0"/>
          </a:p>
        </p:txBody>
      </p:sp>
      <p:sp>
        <p:nvSpPr>
          <p:cNvPr id="6" name="Text Placeholder 5">
            <a:extLst>
              <a:ext uri="{FF2B5EF4-FFF2-40B4-BE49-F238E27FC236}">
                <a16:creationId xmlns:a16="http://schemas.microsoft.com/office/drawing/2014/main" id="{000A9570-5EF6-4AFB-9FCA-7C8998E3FEB1}"/>
              </a:ext>
            </a:extLst>
          </p:cNvPr>
          <p:cNvSpPr>
            <a:spLocks noGrp="1"/>
          </p:cNvSpPr>
          <p:nvPr>
            <p:ph type="body" sz="quarter" idx="4"/>
          </p:nvPr>
        </p:nvSpPr>
        <p:spPr/>
        <p:txBody>
          <a:bodyPr/>
          <a:lstStyle/>
          <a:p>
            <a:r>
              <a:rPr lang="en-US" dirty="0"/>
              <a:t>Lorem ipsum dolor sit amet, consectetuer adipiscing elit. Maecenas porttitor congue massa. Fusce posuere, magna sed pulvinar ultricies, purus lectus malesuada libero, sit amet commodo magna eros quis urna. Nunc viverra imperdiet enim. Fusce est. Vivamus a tellus.</a:t>
            </a:r>
          </a:p>
          <a:p>
            <a:r>
              <a:rPr lang="en-US" dirty="0"/>
              <a:t>Pellentesque habitant morbi tristique senectus et netus et malesuada fames ac turpis egestas. Proin pharetra nonummy pede. Mauris et orci.</a:t>
            </a:r>
          </a:p>
          <a:p>
            <a:endParaRPr lang="en-US" dirty="0"/>
          </a:p>
        </p:txBody>
      </p:sp>
    </p:spTree>
    <p:extLst>
      <p:ext uri="{BB962C8B-B14F-4D97-AF65-F5344CB8AC3E}">
        <p14:creationId xmlns:p14="http://schemas.microsoft.com/office/powerpoint/2010/main" val="360727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a:t>Content Title</a:t>
            </a:r>
          </a:p>
        </p:txBody>
      </p:sp>
      <p:pic>
        <p:nvPicPr>
          <p:cNvPr id="25" name="Picture Placeholder 24" descr="Bar chart">
            <a:extLst>
              <a:ext uri="{FF2B5EF4-FFF2-40B4-BE49-F238E27FC236}">
                <a16:creationId xmlns:a16="http://schemas.microsoft.com/office/drawing/2014/main" id="{C03AAFA7-022A-47F8-9DA1-7DC3897D1E52}"/>
              </a:ext>
            </a:extLst>
          </p:cNvPr>
          <p:cNvPicPr>
            <a:picLocks noGrp="1" noChangeAspect="1"/>
          </p:cNvPicPr>
          <p:nvPr>
            <p:ph type="pic" sz="quarter" idx="13"/>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t="63" b="63"/>
          <a:stretch>
            <a:fillRect/>
          </a:stretch>
        </p:blipFill>
        <p:spPr>
          <a:xfrm>
            <a:off x="978212" y="2096716"/>
            <a:ext cx="1259505" cy="1259505"/>
          </a:xfrm>
        </p:spPr>
      </p:pic>
      <p:sp>
        <p:nvSpPr>
          <p:cNvPr id="19" name="Text Placeholder 18">
            <a:extLst>
              <a:ext uri="{FF2B5EF4-FFF2-40B4-BE49-F238E27FC236}">
                <a16:creationId xmlns:a16="http://schemas.microsoft.com/office/drawing/2014/main" id="{782206B1-586F-4254-9B36-D06C4E294ACF}"/>
              </a:ext>
            </a:extLst>
          </p:cNvPr>
          <p:cNvSpPr>
            <a:spLocks noGrp="1"/>
          </p:cNvSpPr>
          <p:nvPr>
            <p:ph type="body" sz="quarter" idx="18"/>
          </p:nvPr>
        </p:nvSpPr>
        <p:spPr/>
        <p:txBody>
          <a:bodyPr/>
          <a:lstStyle/>
          <a:p>
            <a:r>
              <a:rPr lang="en-US" dirty="0"/>
              <a:t>Caption01 appears here</a:t>
            </a:r>
          </a:p>
        </p:txBody>
      </p:sp>
      <p:pic>
        <p:nvPicPr>
          <p:cNvPr id="27" name="Picture Placeholder 26" descr="Clock">
            <a:extLst>
              <a:ext uri="{FF2B5EF4-FFF2-40B4-BE49-F238E27FC236}">
                <a16:creationId xmlns:a16="http://schemas.microsoft.com/office/drawing/2014/main" id="{6F737161-FE67-434D-A781-59EDB9EDCB23}"/>
              </a:ext>
            </a:extLst>
          </p:cNvPr>
          <p:cNvPicPr>
            <a:picLocks noGrp="1" noChangeAspect="1"/>
          </p:cNvPicPr>
          <p:nvPr>
            <p:ph type="pic" sz="quarter" idx="14"/>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a:fillRect/>
          </a:stretch>
        </p:blipFill>
        <p:spPr/>
      </p:pic>
      <p:sp>
        <p:nvSpPr>
          <p:cNvPr id="20" name="Text Placeholder 19">
            <a:extLst>
              <a:ext uri="{FF2B5EF4-FFF2-40B4-BE49-F238E27FC236}">
                <a16:creationId xmlns:a16="http://schemas.microsoft.com/office/drawing/2014/main" id="{CB924A29-3538-4A3F-82A6-D2A7538C2111}"/>
              </a:ext>
            </a:extLst>
          </p:cNvPr>
          <p:cNvSpPr>
            <a:spLocks noGrp="1"/>
          </p:cNvSpPr>
          <p:nvPr>
            <p:ph type="body" sz="quarter" idx="19"/>
          </p:nvPr>
        </p:nvSpPr>
        <p:spPr/>
        <p:txBody>
          <a:bodyPr/>
          <a:lstStyle/>
          <a:p>
            <a:r>
              <a:rPr lang="en-US" dirty="0"/>
              <a:t>Caption02 appears here</a:t>
            </a:r>
          </a:p>
        </p:txBody>
      </p:sp>
      <p:pic>
        <p:nvPicPr>
          <p:cNvPr id="29" name="Picture Placeholder 28" descr="Microscope">
            <a:extLst>
              <a:ext uri="{FF2B5EF4-FFF2-40B4-BE49-F238E27FC236}">
                <a16:creationId xmlns:a16="http://schemas.microsoft.com/office/drawing/2014/main" id="{9E5BF01B-21D6-4D43-9CAE-0298685C1A7B}"/>
              </a:ext>
            </a:extLst>
          </p:cNvPr>
          <p:cNvPicPr>
            <a:picLocks noGrp="1" noChangeAspect="1"/>
          </p:cNvPicPr>
          <p:nvPr>
            <p:ph type="pic" sz="quarter" idx="15"/>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rcRect t="63" b="63"/>
          <a:stretch>
            <a:fillRect/>
          </a:stretch>
        </p:blipFill>
        <p:spPr/>
      </p:pic>
      <p:sp>
        <p:nvSpPr>
          <p:cNvPr id="21" name="Text Placeholder 20">
            <a:extLst>
              <a:ext uri="{FF2B5EF4-FFF2-40B4-BE49-F238E27FC236}">
                <a16:creationId xmlns:a16="http://schemas.microsoft.com/office/drawing/2014/main" id="{1B8F0371-4F69-4131-91BF-9AB99E6EE89B}"/>
              </a:ext>
            </a:extLst>
          </p:cNvPr>
          <p:cNvSpPr>
            <a:spLocks noGrp="1"/>
          </p:cNvSpPr>
          <p:nvPr>
            <p:ph type="body" sz="quarter" idx="20"/>
          </p:nvPr>
        </p:nvSpPr>
        <p:spPr/>
        <p:txBody>
          <a:bodyPr/>
          <a:lstStyle/>
          <a:p>
            <a:r>
              <a:rPr lang="en-US" dirty="0"/>
              <a:t>Caption03 appears here</a:t>
            </a:r>
          </a:p>
        </p:txBody>
      </p:sp>
      <p:pic>
        <p:nvPicPr>
          <p:cNvPr id="31" name="Picture Placeholder 30" descr="Magnifying glass">
            <a:extLst>
              <a:ext uri="{FF2B5EF4-FFF2-40B4-BE49-F238E27FC236}">
                <a16:creationId xmlns:a16="http://schemas.microsoft.com/office/drawing/2014/main" id="{089E8AB6-C16E-4752-810F-8F98DB929DB5}"/>
              </a:ext>
            </a:extLst>
          </p:cNvPr>
          <p:cNvPicPr>
            <a:picLocks noGrp="1" noChangeAspect="1"/>
          </p:cNvPicPr>
          <p:nvPr>
            <p:ph type="pic" sz="quarter" idx="16"/>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rcRect/>
          <a:stretch>
            <a:fillRect/>
          </a:stretch>
        </p:blipFill>
        <p:spPr/>
      </p:pic>
      <p:sp>
        <p:nvSpPr>
          <p:cNvPr id="22" name="Text Placeholder 21">
            <a:extLst>
              <a:ext uri="{FF2B5EF4-FFF2-40B4-BE49-F238E27FC236}">
                <a16:creationId xmlns:a16="http://schemas.microsoft.com/office/drawing/2014/main" id="{78CACAF1-61EA-4605-A8FE-2EEE752B49FF}"/>
              </a:ext>
            </a:extLst>
          </p:cNvPr>
          <p:cNvSpPr>
            <a:spLocks noGrp="1"/>
          </p:cNvSpPr>
          <p:nvPr>
            <p:ph type="body" sz="quarter" idx="21"/>
          </p:nvPr>
        </p:nvSpPr>
        <p:spPr/>
        <p:txBody>
          <a:bodyPr/>
          <a:lstStyle/>
          <a:p>
            <a:r>
              <a:rPr lang="en-US" dirty="0"/>
              <a:t>Caption04 appears here</a:t>
            </a:r>
          </a:p>
        </p:txBody>
      </p:sp>
      <p:pic>
        <p:nvPicPr>
          <p:cNvPr id="33" name="Picture Placeholder 32" descr="Head with Gears">
            <a:extLst>
              <a:ext uri="{FF2B5EF4-FFF2-40B4-BE49-F238E27FC236}">
                <a16:creationId xmlns:a16="http://schemas.microsoft.com/office/drawing/2014/main" id="{CC9DBBE5-5AD0-41E8-A719-84509E5D9F9E}"/>
              </a:ext>
            </a:extLst>
          </p:cNvPr>
          <p:cNvPicPr>
            <a:picLocks noGrp="1" noChangeAspect="1"/>
          </p:cNvPicPr>
          <p:nvPr>
            <p:ph type="pic" sz="quarter" idx="17"/>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rcRect t="63" b="63"/>
          <a:stretch>
            <a:fillRect/>
          </a:stretch>
        </p:blipFill>
        <p:spPr/>
      </p:pic>
      <p:sp>
        <p:nvSpPr>
          <p:cNvPr id="23" name="Text Placeholder 22">
            <a:extLst>
              <a:ext uri="{FF2B5EF4-FFF2-40B4-BE49-F238E27FC236}">
                <a16:creationId xmlns:a16="http://schemas.microsoft.com/office/drawing/2014/main" id="{8D05A34F-7712-46DB-AB5B-272E294B62EE}"/>
              </a:ext>
            </a:extLst>
          </p:cNvPr>
          <p:cNvSpPr>
            <a:spLocks noGrp="1"/>
          </p:cNvSpPr>
          <p:nvPr>
            <p:ph type="body" sz="quarter" idx="22"/>
          </p:nvPr>
        </p:nvSpPr>
        <p:spPr/>
        <p:txBody>
          <a:bodyPr/>
          <a:lstStyle/>
          <a:p>
            <a:r>
              <a:rPr lang="en-US" dirty="0"/>
              <a:t>Caption05 appears here</a:t>
            </a:r>
          </a:p>
        </p:txBody>
      </p:sp>
      <p:sp>
        <p:nvSpPr>
          <p:cNvPr id="2" name="Slide Number Placeholder 1">
            <a:extLst>
              <a:ext uri="{FF2B5EF4-FFF2-40B4-BE49-F238E27FC236}">
                <a16:creationId xmlns:a16="http://schemas.microsoft.com/office/drawing/2014/main" id="{CC1F11E7-EDE5-4119-BA64-4FC57C285D19}"/>
              </a:ext>
            </a:extLst>
          </p:cNvPr>
          <p:cNvSpPr>
            <a:spLocks noGrp="1"/>
          </p:cNvSpPr>
          <p:nvPr>
            <p:ph type="sldNum" sz="quarter" idx="12"/>
          </p:nvPr>
        </p:nvSpPr>
        <p:spPr/>
        <p:txBody>
          <a:bodyPr/>
          <a:lstStyle/>
          <a:p>
            <a:fld id="{C263D6C4-4840-40CC-AC84-17E24B3B7BDE}" type="slidenum">
              <a:rPr lang="en-US" smtClean="0"/>
              <a:pPr/>
              <a:t>4</a:t>
            </a:fld>
            <a:endParaRPr lang="en-US" dirty="0"/>
          </a:p>
        </p:txBody>
      </p:sp>
    </p:spTree>
    <p:extLst>
      <p:ext uri="{BB962C8B-B14F-4D97-AF65-F5344CB8AC3E}">
        <p14:creationId xmlns:p14="http://schemas.microsoft.com/office/powerpoint/2010/main" val="3892131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a:t>Content Title 03</a:t>
            </a:r>
          </a:p>
        </p:txBody>
      </p:sp>
      <p:pic>
        <p:nvPicPr>
          <p:cNvPr id="20" name="Picture Placeholder 19" descr="Triangular pattern design with dimension">
            <a:extLst>
              <a:ext uri="{FF2B5EF4-FFF2-40B4-BE49-F238E27FC236}">
                <a16:creationId xmlns:a16="http://schemas.microsoft.com/office/drawing/2014/main" id="{3DCA2B8E-64D3-7645-8DEB-688ED5756F52}"/>
              </a:ext>
            </a:extLst>
          </p:cNvPr>
          <p:cNvPicPr>
            <a:picLocks noGrp="1" noChangeAspect="1"/>
          </p:cNvPicPr>
          <p:nvPr>
            <p:ph type="pic" sz="quarter" idx="19"/>
          </p:nvPr>
        </p:nvPicPr>
        <p:blipFill>
          <a:blip r:embed="rId2">
            <a:extLst>
              <a:ext uri="{28A0092B-C50C-407E-A947-70E740481C1C}">
                <a14:useLocalDpi xmlns:a14="http://schemas.microsoft.com/office/drawing/2010/main" val="0"/>
              </a:ext>
            </a:extLst>
          </a:blip>
          <a:srcRect/>
          <a:stretch>
            <a:fillRect/>
          </a:stretch>
        </p:blipFill>
        <p:spPr/>
      </p:pic>
      <p:sp>
        <p:nvSpPr>
          <p:cNvPr id="19" name="Text Placeholder 18">
            <a:extLst>
              <a:ext uri="{FF2B5EF4-FFF2-40B4-BE49-F238E27FC236}">
                <a16:creationId xmlns:a16="http://schemas.microsoft.com/office/drawing/2014/main" id="{782206B1-586F-4254-9B36-D06C4E294ACF}"/>
              </a:ext>
            </a:extLst>
          </p:cNvPr>
          <p:cNvSpPr>
            <a:spLocks noGrp="1"/>
          </p:cNvSpPr>
          <p:nvPr>
            <p:ph type="body" sz="quarter" idx="18"/>
          </p:nvPr>
        </p:nvSpPr>
        <p:spPr/>
        <p:txBody>
          <a:bodyPr/>
          <a:lstStyle/>
          <a:p>
            <a:r>
              <a:rPr lang="en-US" dirty="0"/>
              <a:t>Caption01 appears here</a:t>
            </a:r>
          </a:p>
        </p:txBody>
      </p:sp>
      <p:sp>
        <p:nvSpPr>
          <p:cNvPr id="21" name="Text Placeholder 20">
            <a:extLst>
              <a:ext uri="{FF2B5EF4-FFF2-40B4-BE49-F238E27FC236}">
                <a16:creationId xmlns:a16="http://schemas.microsoft.com/office/drawing/2014/main" id="{1B8F0371-4F69-4131-91BF-9AB99E6EE89B}"/>
              </a:ext>
            </a:extLst>
          </p:cNvPr>
          <p:cNvSpPr>
            <a:spLocks noGrp="1"/>
          </p:cNvSpPr>
          <p:nvPr>
            <p:ph type="body" sz="quarter" idx="20"/>
          </p:nvPr>
        </p:nvSpPr>
        <p:spPr/>
        <p:txBody>
          <a:bodyPr/>
          <a:lstStyle/>
          <a:p>
            <a:r>
              <a:rPr lang="en-US" dirty="0"/>
              <a:t>Caption03 appears here</a:t>
            </a:r>
          </a:p>
        </p:txBody>
      </p:sp>
      <p:sp>
        <p:nvSpPr>
          <p:cNvPr id="22" name="Text Placeholder 21">
            <a:extLst>
              <a:ext uri="{FF2B5EF4-FFF2-40B4-BE49-F238E27FC236}">
                <a16:creationId xmlns:a16="http://schemas.microsoft.com/office/drawing/2014/main" id="{78CACAF1-61EA-4605-A8FE-2EEE752B49FF}"/>
              </a:ext>
            </a:extLst>
          </p:cNvPr>
          <p:cNvSpPr>
            <a:spLocks noGrp="1"/>
          </p:cNvSpPr>
          <p:nvPr>
            <p:ph type="body" sz="quarter" idx="21"/>
          </p:nvPr>
        </p:nvSpPr>
        <p:spPr/>
        <p:txBody>
          <a:bodyPr/>
          <a:lstStyle/>
          <a:p>
            <a:r>
              <a:rPr lang="en-US" dirty="0"/>
              <a:t>Caption04 appears here</a:t>
            </a:r>
          </a:p>
        </p:txBody>
      </p:sp>
      <p:sp>
        <p:nvSpPr>
          <p:cNvPr id="2" name="Slide Number Placeholder 1">
            <a:extLst>
              <a:ext uri="{FF2B5EF4-FFF2-40B4-BE49-F238E27FC236}">
                <a16:creationId xmlns:a16="http://schemas.microsoft.com/office/drawing/2014/main" id="{2F478C69-0A1D-45FF-8600-ED903803FFE1}"/>
              </a:ext>
            </a:extLst>
          </p:cNvPr>
          <p:cNvSpPr>
            <a:spLocks noGrp="1"/>
          </p:cNvSpPr>
          <p:nvPr>
            <p:ph type="sldNum" sz="quarter" idx="12"/>
          </p:nvPr>
        </p:nvSpPr>
        <p:spPr/>
        <p:txBody>
          <a:bodyPr/>
          <a:lstStyle/>
          <a:p>
            <a:fld id="{C263D6C4-4840-40CC-AC84-17E24B3B7BDE}" type="slidenum">
              <a:rPr lang="en-US" smtClean="0"/>
              <a:pPr/>
              <a:t>5</a:t>
            </a:fld>
            <a:endParaRPr lang="en-US" dirty="0"/>
          </a:p>
        </p:txBody>
      </p:sp>
    </p:spTree>
    <p:extLst>
      <p:ext uri="{BB962C8B-B14F-4D97-AF65-F5344CB8AC3E}">
        <p14:creationId xmlns:p14="http://schemas.microsoft.com/office/powerpoint/2010/main" val="451187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a:t>Content Title 04</a:t>
            </a:r>
          </a:p>
        </p:txBody>
      </p:sp>
      <p:pic>
        <p:nvPicPr>
          <p:cNvPr id="8" name="Picture Placeholder 7" descr="Triangular pattern design with dimension">
            <a:extLst>
              <a:ext uri="{FF2B5EF4-FFF2-40B4-BE49-F238E27FC236}">
                <a16:creationId xmlns:a16="http://schemas.microsoft.com/office/drawing/2014/main" id="{2301248D-7370-7643-9BE6-F8CDCFF4D460}"/>
              </a:ext>
            </a:extLst>
          </p:cNvPr>
          <p:cNvPicPr>
            <a:picLocks noGrp="1" noChangeAspect="1"/>
          </p:cNvPicPr>
          <p:nvPr>
            <p:ph type="pic" sz="quarter" idx="19"/>
          </p:nvPr>
        </p:nvPicPr>
        <p:blipFill rotWithShape="1">
          <a:blip r:embed="rId2">
            <a:extLst>
              <a:ext uri="{28A0092B-C50C-407E-A947-70E740481C1C}">
                <a14:useLocalDpi xmlns:a14="http://schemas.microsoft.com/office/drawing/2010/main" val="0"/>
              </a:ext>
            </a:extLst>
          </a:blip>
          <a:srcRect/>
          <a:stretch/>
        </p:blipFill>
        <p:spPr>
          <a:xfrm>
            <a:off x="-2" y="1352575"/>
            <a:ext cx="12192002" cy="2289897"/>
          </a:xfrm>
        </p:spPr>
      </p:pic>
      <p:sp>
        <p:nvSpPr>
          <p:cNvPr id="19" name="Text Placeholder 18">
            <a:extLst>
              <a:ext uri="{FF2B5EF4-FFF2-40B4-BE49-F238E27FC236}">
                <a16:creationId xmlns:a16="http://schemas.microsoft.com/office/drawing/2014/main" id="{782206B1-586F-4254-9B36-D06C4E294ACF}"/>
              </a:ext>
            </a:extLst>
          </p:cNvPr>
          <p:cNvSpPr>
            <a:spLocks noGrp="1"/>
          </p:cNvSpPr>
          <p:nvPr>
            <p:ph type="body" sz="quarter" idx="18"/>
          </p:nvPr>
        </p:nvSpPr>
        <p:spPr/>
        <p:txBody>
          <a:bodyPr/>
          <a:lstStyle/>
          <a:p>
            <a:r>
              <a:rPr lang="en-US" dirty="0"/>
              <a:t>Lorem ipsum dolor sit amet, consectetuer adipiscing elit. Maecenas porttitor congue massa. Fusce posuere, magna sed pulvinar ultricies, purus lectus malesuada libero, sit amet commodo magna eros quis urna. Nunc viverra imperdiet enim. Fusce est. Vivamus a tellus.</a:t>
            </a:r>
          </a:p>
          <a:p>
            <a:r>
              <a:rPr lang="en-US" dirty="0"/>
              <a:t>Pellentesque habitant morbi tristique senectus et netus et malesuada fames ac turpis egestas. Proin pharetra nonummy pede. Mauris et orci.</a:t>
            </a:r>
          </a:p>
        </p:txBody>
      </p:sp>
      <p:sp>
        <p:nvSpPr>
          <p:cNvPr id="2" name="Slide Number Placeholder 1">
            <a:extLst>
              <a:ext uri="{FF2B5EF4-FFF2-40B4-BE49-F238E27FC236}">
                <a16:creationId xmlns:a16="http://schemas.microsoft.com/office/drawing/2014/main" id="{FAC2D367-2A6E-41FE-A9EA-24FF17BCAA97}"/>
              </a:ext>
            </a:extLst>
          </p:cNvPr>
          <p:cNvSpPr>
            <a:spLocks noGrp="1"/>
          </p:cNvSpPr>
          <p:nvPr>
            <p:ph type="sldNum" sz="quarter" idx="12"/>
          </p:nvPr>
        </p:nvSpPr>
        <p:spPr/>
        <p:txBody>
          <a:bodyPr/>
          <a:lstStyle/>
          <a:p>
            <a:fld id="{C263D6C4-4840-40CC-AC84-17E24B3B7BDE}" type="slidenum">
              <a:rPr lang="en-US" smtClean="0"/>
              <a:pPr/>
              <a:t>6</a:t>
            </a:fld>
            <a:endParaRPr lang="en-US" dirty="0"/>
          </a:p>
        </p:txBody>
      </p:sp>
    </p:spTree>
    <p:extLst>
      <p:ext uri="{BB962C8B-B14F-4D97-AF65-F5344CB8AC3E}">
        <p14:creationId xmlns:p14="http://schemas.microsoft.com/office/powerpoint/2010/main" val="663103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01323FB-427E-4A8D-B473-AB0657D8D23B}"/>
              </a:ext>
            </a:extLst>
          </p:cNvPr>
          <p:cNvSpPr>
            <a:spLocks noGrp="1"/>
          </p:cNvSpPr>
          <p:nvPr>
            <p:ph type="title"/>
          </p:nvPr>
        </p:nvSpPr>
        <p:spPr/>
        <p:txBody>
          <a:bodyPr/>
          <a:lstStyle/>
          <a:p>
            <a:r>
              <a:rPr lang="en-US" dirty="0"/>
              <a:t>Table</a:t>
            </a:r>
          </a:p>
        </p:txBody>
      </p:sp>
      <p:graphicFrame>
        <p:nvGraphicFramePr>
          <p:cNvPr id="6" name="Table 5">
            <a:extLst>
              <a:ext uri="{FF2B5EF4-FFF2-40B4-BE49-F238E27FC236}">
                <a16:creationId xmlns:a16="http://schemas.microsoft.com/office/drawing/2014/main" id="{E8EEB296-8554-4D20-B3B8-C0BBC380A58D}"/>
              </a:ext>
            </a:extLst>
          </p:cNvPr>
          <p:cNvGraphicFramePr>
            <a:graphicFrameLocks noGrp="1"/>
          </p:cNvGraphicFramePr>
          <p:nvPr>
            <p:extLst>
              <p:ext uri="{D42A27DB-BD31-4B8C-83A1-F6EECF244321}">
                <p14:modId xmlns:p14="http://schemas.microsoft.com/office/powerpoint/2010/main" val="2357960289"/>
              </p:ext>
            </p:extLst>
          </p:nvPr>
        </p:nvGraphicFramePr>
        <p:xfrm>
          <a:off x="1130300" y="1856740"/>
          <a:ext cx="9931400" cy="3931920"/>
        </p:xfrm>
        <a:graphic>
          <a:graphicData uri="http://schemas.openxmlformats.org/drawingml/2006/table">
            <a:tbl>
              <a:tblPr firstRow="1" bandRow="1">
                <a:tableStyleId>{5C22544A-7EE6-4342-B048-85BDC9FD1C3A}</a:tableStyleId>
              </a:tblPr>
              <a:tblGrid>
                <a:gridCol w="2482850">
                  <a:extLst>
                    <a:ext uri="{9D8B030D-6E8A-4147-A177-3AD203B41FA5}">
                      <a16:colId xmlns:a16="http://schemas.microsoft.com/office/drawing/2014/main" val="3559833401"/>
                    </a:ext>
                  </a:extLst>
                </a:gridCol>
                <a:gridCol w="2482850">
                  <a:extLst>
                    <a:ext uri="{9D8B030D-6E8A-4147-A177-3AD203B41FA5}">
                      <a16:colId xmlns:a16="http://schemas.microsoft.com/office/drawing/2014/main" val="82523989"/>
                    </a:ext>
                  </a:extLst>
                </a:gridCol>
                <a:gridCol w="2482850">
                  <a:extLst>
                    <a:ext uri="{9D8B030D-6E8A-4147-A177-3AD203B41FA5}">
                      <a16:colId xmlns:a16="http://schemas.microsoft.com/office/drawing/2014/main" val="3211310719"/>
                    </a:ext>
                  </a:extLst>
                </a:gridCol>
                <a:gridCol w="2482850">
                  <a:extLst>
                    <a:ext uri="{9D8B030D-6E8A-4147-A177-3AD203B41FA5}">
                      <a16:colId xmlns:a16="http://schemas.microsoft.com/office/drawing/2014/main" val="4160613981"/>
                    </a:ext>
                  </a:extLst>
                </a:gridCol>
              </a:tblGrid>
              <a:tr h="640080">
                <a:tc>
                  <a:txBody>
                    <a:bodyPr/>
                    <a:lstStyle/>
                    <a:p>
                      <a:pPr algn="ctr"/>
                      <a:r>
                        <a:rPr lang="en-US" sz="1600" b="0" dirty="0">
                          <a:latin typeface="+mn-lt"/>
                          <a:cs typeface="Arial" panose="020B0604020202020204" pitchFamily="34" charset="0"/>
                        </a:rPr>
                        <a:t>Title</a:t>
                      </a:r>
                      <a:endParaRPr lang="en-GB" sz="1600" b="0" dirty="0">
                        <a:latin typeface="+mn-lt"/>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latin typeface="+mn-lt"/>
                          <a:cs typeface="Arial" panose="020B0604020202020204" pitchFamily="34" charset="0"/>
                        </a:rPr>
                        <a:t>Title</a:t>
                      </a:r>
                      <a:endParaRPr lang="en-GB" sz="1600" b="0" dirty="0">
                        <a:latin typeface="+mn-lt"/>
                        <a:cs typeface="Arial" panose="020B0604020202020204" pitchFamily="34" charset="0"/>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latin typeface="+mn-lt"/>
                          <a:cs typeface="Arial" panose="020B0604020202020204" pitchFamily="34" charset="0"/>
                        </a:rPr>
                        <a:t>Title</a:t>
                      </a:r>
                      <a:endParaRPr lang="en-GB" sz="1600" b="0" dirty="0">
                        <a:latin typeface="+mn-lt"/>
                        <a:cs typeface="Arial" panose="020B0604020202020204" pitchFamily="34" charset="0"/>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latin typeface="+mn-lt"/>
                          <a:cs typeface="Arial" panose="020B0604020202020204" pitchFamily="34" charset="0"/>
                        </a:rPr>
                        <a:t>Title</a:t>
                      </a:r>
                      <a:endParaRPr lang="en-GB" sz="1600" b="0" dirty="0">
                        <a:latin typeface="+mn-lt"/>
                        <a:cs typeface="Arial" panose="020B0604020202020204" pitchFamily="34" charset="0"/>
                      </a:endParaRPr>
                    </a:p>
                  </a:txBody>
                  <a:tcPr anchor="ctr">
                    <a:lnL w="12700" cap="flat" cmpd="sng" algn="ctr">
                      <a:solidFill>
                        <a:schemeClr val="accent2">
                          <a:lumMod val="75000"/>
                        </a:schemeClr>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6630617"/>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3446274366"/>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1758271508"/>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3736384641"/>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3090935587"/>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446909641"/>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3472044516"/>
                  </a:ext>
                </a:extLst>
              </a:tr>
            </a:tbl>
          </a:graphicData>
        </a:graphic>
      </p:graphicFrame>
      <p:sp>
        <p:nvSpPr>
          <p:cNvPr id="2" name="Slide Number Placeholder 1">
            <a:extLst>
              <a:ext uri="{FF2B5EF4-FFF2-40B4-BE49-F238E27FC236}">
                <a16:creationId xmlns:a16="http://schemas.microsoft.com/office/drawing/2014/main" id="{E4398C1C-6656-4A73-A680-62A81CDC27FD}"/>
              </a:ext>
            </a:extLst>
          </p:cNvPr>
          <p:cNvSpPr>
            <a:spLocks noGrp="1"/>
          </p:cNvSpPr>
          <p:nvPr>
            <p:ph type="sldNum" sz="quarter" idx="12"/>
          </p:nvPr>
        </p:nvSpPr>
        <p:spPr/>
        <p:txBody>
          <a:bodyPr/>
          <a:lstStyle/>
          <a:p>
            <a:fld id="{C263D6C4-4840-40CC-AC84-17E24B3B7BDE}" type="slidenum">
              <a:rPr lang="en-US" smtClean="0"/>
              <a:pPr/>
              <a:t>7</a:t>
            </a:fld>
            <a:endParaRPr lang="en-US" dirty="0"/>
          </a:p>
        </p:txBody>
      </p:sp>
    </p:spTree>
    <p:extLst>
      <p:ext uri="{BB962C8B-B14F-4D97-AF65-F5344CB8AC3E}">
        <p14:creationId xmlns:p14="http://schemas.microsoft.com/office/powerpoint/2010/main" val="1065425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01323FB-427E-4A8D-B473-AB0657D8D23B}"/>
              </a:ext>
            </a:extLst>
          </p:cNvPr>
          <p:cNvSpPr>
            <a:spLocks noGrp="1"/>
          </p:cNvSpPr>
          <p:nvPr>
            <p:ph type="title"/>
          </p:nvPr>
        </p:nvSpPr>
        <p:spPr/>
        <p:txBody>
          <a:bodyPr/>
          <a:lstStyle/>
          <a:p>
            <a:r>
              <a:rPr lang="en-US" dirty="0"/>
              <a:t>Chart</a:t>
            </a:r>
          </a:p>
        </p:txBody>
      </p:sp>
      <p:graphicFrame>
        <p:nvGraphicFramePr>
          <p:cNvPr id="7" name="Chart 6" title="Gross Revenue Placeholder Chart">
            <a:extLst>
              <a:ext uri="{FF2B5EF4-FFF2-40B4-BE49-F238E27FC236}">
                <a16:creationId xmlns:a16="http://schemas.microsoft.com/office/drawing/2014/main" id="{19AEAA04-4840-FB41-B910-5F3570D85F0A}"/>
              </a:ext>
            </a:extLst>
          </p:cNvPr>
          <p:cNvGraphicFramePr/>
          <p:nvPr>
            <p:extLst>
              <p:ext uri="{D42A27DB-BD31-4B8C-83A1-F6EECF244321}">
                <p14:modId xmlns:p14="http://schemas.microsoft.com/office/powerpoint/2010/main" val="654825679"/>
              </p:ext>
            </p:extLst>
          </p:nvPr>
        </p:nvGraphicFramePr>
        <p:xfrm>
          <a:off x="1250950" y="1712075"/>
          <a:ext cx="9690100" cy="4444199"/>
        </p:xfrm>
        <a:graphic>
          <a:graphicData uri="http://schemas.openxmlformats.org/drawingml/2006/chart">
            <c:chart xmlns:c="http://schemas.openxmlformats.org/drawingml/2006/chart" xmlns:r="http://schemas.openxmlformats.org/officeDocument/2006/relationships" r:id="rId2"/>
          </a:graphicData>
        </a:graphic>
      </p:graphicFrame>
      <p:sp>
        <p:nvSpPr>
          <p:cNvPr id="2" name="Slide Number Placeholder 1">
            <a:extLst>
              <a:ext uri="{FF2B5EF4-FFF2-40B4-BE49-F238E27FC236}">
                <a16:creationId xmlns:a16="http://schemas.microsoft.com/office/drawing/2014/main" id="{E4398C1C-6656-4A73-A680-62A81CDC27FD}"/>
              </a:ext>
            </a:extLst>
          </p:cNvPr>
          <p:cNvSpPr>
            <a:spLocks noGrp="1"/>
          </p:cNvSpPr>
          <p:nvPr>
            <p:ph type="sldNum" sz="quarter" idx="12"/>
          </p:nvPr>
        </p:nvSpPr>
        <p:spPr/>
        <p:txBody>
          <a:bodyPr/>
          <a:lstStyle/>
          <a:p>
            <a:fld id="{C263D6C4-4840-40CC-AC84-17E24B3B7BDE}" type="slidenum">
              <a:rPr lang="en-US" smtClean="0"/>
              <a:pPr/>
              <a:t>8</a:t>
            </a:fld>
            <a:endParaRPr lang="en-US" dirty="0"/>
          </a:p>
        </p:txBody>
      </p:sp>
    </p:spTree>
    <p:extLst>
      <p:ext uri="{BB962C8B-B14F-4D97-AF65-F5344CB8AC3E}">
        <p14:creationId xmlns:p14="http://schemas.microsoft.com/office/powerpoint/2010/main" val="3322300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4CD37D6-FE32-48E3-A3AD-F07BE6A19FA1}"/>
              </a:ext>
            </a:extLst>
          </p:cNvPr>
          <p:cNvSpPr>
            <a:spLocks noGrp="1"/>
          </p:cNvSpPr>
          <p:nvPr>
            <p:ph type="title"/>
          </p:nvPr>
        </p:nvSpPr>
        <p:spPr>
          <a:xfrm>
            <a:off x="533399" y="3200400"/>
            <a:ext cx="7551057" cy="2859313"/>
          </a:xfrm>
        </p:spPr>
        <p:txBody>
          <a:bodyPr/>
          <a:lstStyle/>
          <a:p>
            <a:r>
              <a:rPr lang="en-US" dirty="0"/>
              <a:t>Quote appears here </a:t>
            </a:r>
            <a:br>
              <a:rPr lang="en-US" dirty="0"/>
            </a:br>
            <a:r>
              <a:rPr lang="en-US" dirty="0"/>
              <a:t>Lorem ipsum dolor sit amet, consectetuer adipiscing elit.” </a:t>
            </a:r>
            <a:br>
              <a:rPr lang="en-US" dirty="0"/>
            </a:br>
            <a:r>
              <a:rPr lang="en-US" sz="2400" dirty="0"/>
              <a:t>- Author</a:t>
            </a:r>
            <a:endParaRPr lang="en-US" dirty="0"/>
          </a:p>
        </p:txBody>
      </p:sp>
      <p:sp>
        <p:nvSpPr>
          <p:cNvPr id="2" name="Slide Number Placeholder 1">
            <a:extLst>
              <a:ext uri="{FF2B5EF4-FFF2-40B4-BE49-F238E27FC236}">
                <a16:creationId xmlns:a16="http://schemas.microsoft.com/office/drawing/2014/main" id="{8EDC7217-2779-44E0-9E6D-3B3879516A1D}"/>
              </a:ext>
            </a:extLst>
          </p:cNvPr>
          <p:cNvSpPr>
            <a:spLocks noGrp="1"/>
          </p:cNvSpPr>
          <p:nvPr>
            <p:ph type="sldNum" sz="quarter" idx="12"/>
          </p:nvPr>
        </p:nvSpPr>
        <p:spPr/>
        <p:txBody>
          <a:bodyPr/>
          <a:lstStyle/>
          <a:p>
            <a:fld id="{C263D6C4-4840-40CC-AC84-17E24B3B7BDE}" type="slidenum">
              <a:rPr lang="en-US" smtClean="0"/>
              <a:pPr/>
              <a:t>9</a:t>
            </a:fld>
            <a:endParaRPr lang="en-US" dirty="0"/>
          </a:p>
        </p:txBody>
      </p:sp>
    </p:spTree>
    <p:extLst>
      <p:ext uri="{BB962C8B-B14F-4D97-AF65-F5344CB8AC3E}">
        <p14:creationId xmlns:p14="http://schemas.microsoft.com/office/powerpoint/2010/main" val="914134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Thank You 1</a:t>
            </a:r>
            <a:endParaRPr lang="en-GB" dirty="0"/>
          </a:p>
        </p:txBody>
      </p:sp>
    </p:spTree>
    <p:extLst>
      <p:ext uri="{BB962C8B-B14F-4D97-AF65-F5344CB8AC3E}">
        <p14:creationId xmlns:p14="http://schemas.microsoft.com/office/powerpoint/2010/main" val="429771863"/>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Thank You 2</a:t>
            </a:r>
            <a:endParaRPr lang="en-GB" dirty="0"/>
          </a:p>
        </p:txBody>
      </p:sp>
    </p:spTree>
    <p:extLst>
      <p:ext uri="{BB962C8B-B14F-4D97-AF65-F5344CB8AC3E}">
        <p14:creationId xmlns:p14="http://schemas.microsoft.com/office/powerpoint/2010/main" val="44069682"/>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p:txBody>
          <a:bodyPr/>
          <a:lstStyle/>
          <a:p>
            <a:r>
              <a:rPr lang="en-US" dirty="0"/>
              <a:t>Customize this Template</a:t>
            </a:r>
          </a:p>
        </p:txBody>
      </p:sp>
      <p:sp>
        <p:nvSpPr>
          <p:cNvPr id="2" name="Slide Number Placeholder 1">
            <a:extLst>
              <a:ext uri="{FF2B5EF4-FFF2-40B4-BE49-F238E27FC236}">
                <a16:creationId xmlns:a16="http://schemas.microsoft.com/office/drawing/2014/main" id="{6D90B5C6-1CB0-445E-99D1-8E2FE8C59B50}"/>
              </a:ext>
            </a:extLst>
          </p:cNvPr>
          <p:cNvSpPr>
            <a:spLocks noGrp="1"/>
          </p:cNvSpPr>
          <p:nvPr>
            <p:ph type="sldNum" sz="quarter" idx="12"/>
          </p:nvPr>
        </p:nvSpPr>
        <p:spPr/>
        <p:txBody>
          <a:bodyPr/>
          <a:lstStyle/>
          <a:p>
            <a:fld id="{C263D6C4-4840-40CC-AC84-17E24B3B7BDE}" type="slidenum">
              <a:rPr lang="en-US" smtClean="0"/>
              <a:pPr/>
              <a:t>12</a:t>
            </a:fld>
            <a:endParaRPr lang="en-US" dirty="0"/>
          </a:p>
        </p:txBody>
      </p:sp>
      <p:sp>
        <p:nvSpPr>
          <p:cNvPr id="3" name="Text Placeholder 2">
            <a:extLst>
              <a:ext uri="{FF2B5EF4-FFF2-40B4-BE49-F238E27FC236}">
                <a16:creationId xmlns:a16="http://schemas.microsoft.com/office/drawing/2014/main" id="{06554A61-D199-469B-AB0C-B68F82B5059F}"/>
              </a:ext>
            </a:extLst>
          </p:cNvPr>
          <p:cNvSpPr>
            <a:spLocks noGrp="1"/>
          </p:cNvSpPr>
          <p:nvPr>
            <p:ph type="body" sz="quarter" idx="13"/>
          </p:nvPr>
        </p:nvSpPr>
        <p:spPr/>
        <p:txBody>
          <a:bodyPr/>
          <a:lstStyle/>
          <a:p>
            <a:r>
              <a:rPr lang="en-US" u="sng" dirty="0">
                <a:hlinkClick r:id="rId2">
                  <a:extLst>
                    <a:ext uri="{A12FA001-AC4F-418D-AE19-62706E023703}">
                      <ahyp:hlinkClr xmlns:ahyp="http://schemas.microsoft.com/office/drawing/2018/hyperlinkcolor" val="tx"/>
                    </a:ext>
                  </a:extLst>
                </a:hlinkClick>
              </a:rPr>
              <a:t>Template Editing Instructions and Feedback</a:t>
            </a:r>
            <a:endParaRPr lang="en-US" u="sng" dirty="0"/>
          </a:p>
        </p:txBody>
      </p:sp>
    </p:spTree>
    <p:extLst>
      <p:ext uri="{BB962C8B-B14F-4D97-AF65-F5344CB8AC3E}">
        <p14:creationId xmlns:p14="http://schemas.microsoft.com/office/powerpoint/2010/main" val="59582380"/>
      </p:ext>
    </p:extLst>
  </p:cSld>
  <p:clrMapOvr>
    <a:masterClrMapping/>
  </p:clrMapOvr>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3.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5</TotalTime>
  <Words>401</Words>
  <Application>Microsoft Office PowerPoint</Application>
  <PresentationFormat>Widescreen</PresentationFormat>
  <Paragraphs>47</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Trade Gothic LT Pro</vt:lpstr>
      <vt:lpstr>Trebuchet MS</vt:lpstr>
      <vt:lpstr>Office Theme</vt:lpstr>
      <vt:lpstr>پروژه GameHub</vt:lpstr>
      <vt:lpstr>مرحله اول:Main windows + Sidebar + Dashboard </vt:lpstr>
      <vt:lpstr>Content Title 02</vt:lpstr>
      <vt:lpstr>Content Title</vt:lpstr>
      <vt:lpstr>Content Title 03</vt:lpstr>
      <vt:lpstr>Content Title 04</vt:lpstr>
      <vt:lpstr>Table</vt:lpstr>
      <vt:lpstr>Chart</vt:lpstr>
      <vt:lpstr>Quote appears here  Lorem ipsum dolor sit amet, consectetuer adipiscing elit.”  - Author</vt:lpstr>
      <vt:lpstr>Thank You 1</vt:lpstr>
      <vt:lpstr>Thank You 2</vt:lpstr>
      <vt:lpstr>Customize this Template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TheBoys</dc:creator>
  <cp:lastModifiedBy>TheBoys</cp:lastModifiedBy>
  <cp:revision>1</cp:revision>
  <dcterms:created xsi:type="dcterms:W3CDTF">2026-09-23T13:45:47Z</dcterms:created>
  <dcterms:modified xsi:type="dcterms:W3CDTF">2026-09-23T13:51:32Z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